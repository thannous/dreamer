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5e951881c040af" /><Relationship Type="http://schemas.openxmlformats.org/officeDocument/2006/relationships/extended-properties" Target="/docProps/app.xml" Id="Rda167f31bc794618" /><Relationship Type="http://schemas.openxmlformats.org/officeDocument/2006/relationships/officeDocument" Target="/ppt/presentation.xml" Id="Rafd0a4ba459f40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0a06bdeae243bd"/>
  </p:sldMasterIdLst>
  <p:notesMasterIdLst>
    <p:notesMasterId xmlns:r="http://schemas.openxmlformats.org/officeDocument/2006/relationships" r:id="Rc1441c3191444460"/>
  </p:notesMasterIdLst>
  <p:sldIdLst>
    <p:sldId xmlns:r="http://schemas.openxmlformats.org/officeDocument/2006/relationships" id="256" r:id="Rbc7adca5dcd840e3"/>
    <p:sldId xmlns:r="http://schemas.openxmlformats.org/officeDocument/2006/relationships" id="257" r:id="R5202eaa1668647e6"/>
    <p:sldId xmlns:r="http://schemas.openxmlformats.org/officeDocument/2006/relationships" id="258" r:id="R3c4f715b66964492"/>
    <p:sldId xmlns:r="http://schemas.openxmlformats.org/officeDocument/2006/relationships" id="259" r:id="Rd1f114cf29eb4963"/>
    <p:sldId xmlns:r="http://schemas.openxmlformats.org/officeDocument/2006/relationships" id="260" r:id="Rc9a82f20f06a4b53"/>
    <p:sldId xmlns:r="http://schemas.openxmlformats.org/officeDocument/2006/relationships" id="261" r:id="R482dc20922c34a1a"/>
    <p:sldId xmlns:r="http://schemas.openxmlformats.org/officeDocument/2006/relationships" id="262" r:id="Rd88f137f59bc4787"/>
    <p:sldId xmlns:r="http://schemas.openxmlformats.org/officeDocument/2006/relationships" id="263" r:id="Rf628fba6c08249d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7fa36a41be4a17" /><Relationship Type="http://schemas.openxmlformats.org/officeDocument/2006/relationships/slideMaster" Target="/ppt/slideMasters/slideMaster1.xml" Id="Re60a06bdeae243bd" /><Relationship Type="http://schemas.openxmlformats.org/officeDocument/2006/relationships/notesMaster" Target="/ppt/notesMasters/notesMaster1.xml" Id="Rc1441c3191444460" /><Relationship Type="http://schemas.openxmlformats.org/officeDocument/2006/relationships/presProps" Target="/ppt/presProps.xml" Id="Ra708a53f80224a39" /><Relationship Type="http://schemas.openxmlformats.org/officeDocument/2006/relationships/tableStyles" Target="/ppt/tableStyles.xml" Id="R42fdc94f30b64a8e" /><Relationship Type="http://schemas.openxmlformats.org/officeDocument/2006/relationships/slide" Target="/ppt/slides/slide1.xml" Id="Rbc7adca5dcd840e3" /><Relationship Type="http://schemas.openxmlformats.org/officeDocument/2006/relationships/slide" Target="/ppt/slides/slide2.xml" Id="R5202eaa1668647e6" /><Relationship Type="http://schemas.openxmlformats.org/officeDocument/2006/relationships/slide" Target="/ppt/slides/slide3.xml" Id="R3c4f715b66964492" /><Relationship Type="http://schemas.openxmlformats.org/officeDocument/2006/relationships/slide" Target="/ppt/slides/slide4.xml" Id="Rd1f114cf29eb4963" /><Relationship Type="http://schemas.openxmlformats.org/officeDocument/2006/relationships/slide" Target="/ppt/slides/slide5.xml" Id="Rc9a82f20f06a4b53" /><Relationship Type="http://schemas.openxmlformats.org/officeDocument/2006/relationships/slide" Target="/ppt/slides/slide6.xml" Id="R482dc20922c34a1a" /><Relationship Type="http://schemas.openxmlformats.org/officeDocument/2006/relationships/slide" Target="/ppt/slides/slide7.xml" Id="Rd88f137f59bc4787" /><Relationship Type="http://schemas.openxmlformats.org/officeDocument/2006/relationships/slide" Target="/ppt/slides/slide8.xml" Id="Rf628fba6c08249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62d5f088f441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612e073eb84257" /><Relationship Type="http://schemas.openxmlformats.org/officeDocument/2006/relationships/notesMaster" Target="/ppt/notesMasters/notesMaster1.xml" Id="R2f803fc69dbb49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67952ecaf24a22" /><Relationship Type="http://schemas.openxmlformats.org/officeDocument/2006/relationships/notesMaster" Target="/ppt/notesMasters/notesMaster1.xml" Id="R47cd0c62879a42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a4e63e28394dac" /><Relationship Type="http://schemas.openxmlformats.org/officeDocument/2006/relationships/notesMaster" Target="/ppt/notesMasters/notesMaster1.xml" Id="R6c65a1b9788240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9226d99e2241c1" /><Relationship Type="http://schemas.openxmlformats.org/officeDocument/2006/relationships/notesMaster" Target="/ppt/notesMasters/notesMaster1.xml" Id="Rdcaafe7171e342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d300e996b046ea" /><Relationship Type="http://schemas.openxmlformats.org/officeDocument/2006/relationships/notesMaster" Target="/ppt/notesMasters/notesMaster1.xml" Id="R6a31f21f796242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4602938b054145" /><Relationship Type="http://schemas.openxmlformats.org/officeDocument/2006/relationships/notesMaster" Target="/ppt/notesMasters/notesMaster1.xml" Id="Rd431bdf339824a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cc89a2df1d42d9" /><Relationship Type="http://schemas.openxmlformats.org/officeDocument/2006/relationships/notesMaster" Target="/ppt/notesMasters/notesMaster1.xml" Id="R67ae52096da24b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5ed783ce7b4b91" /><Relationship Type="http://schemas.openxmlformats.org/officeDocument/2006/relationships/notesMaster" Target="/ppt/notesMasters/notesMaster1.xml" Id="R2fdc272b6c4043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bcc30ac59f4f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4a4176a32f4738" /><Relationship Type="http://schemas.openxmlformats.org/officeDocument/2006/relationships/slideLayout" Target="/ppt/slideLayouts/slideLayout1.xml" Id="R596f2488661041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6f2488661041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adaab02b34b02" /><Relationship Type="http://schemas.openxmlformats.org/officeDocument/2006/relationships/notesSlide" Target="/ppt/notesSlides/notesSlide1.xml" Id="R36aab5c2222243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8ce86bfbd4e86" /><Relationship Type="http://schemas.openxmlformats.org/officeDocument/2006/relationships/notesSlide" Target="/ppt/notesSlides/notesSlide2.xml" Id="R62d2b5321cd240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2f9b128c94dea" /><Relationship Type="http://schemas.openxmlformats.org/officeDocument/2006/relationships/chart" Target="/ppt/slides/charts/chart1.xml" Id="R4779e90081ef4e9f" /><Relationship Type="http://schemas.openxmlformats.org/officeDocument/2006/relationships/notesSlide" Target="/ppt/notesSlides/notesSlide3.xml" Id="Rf5d2829db41142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9cf46d5444370" /><Relationship Type="http://schemas.openxmlformats.org/officeDocument/2006/relationships/notesSlide" Target="/ppt/notesSlides/notesSlide4.xml" Id="R2dd7843c38fc40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cc2c5aacd46f7" /><Relationship Type="http://schemas.openxmlformats.org/officeDocument/2006/relationships/notesSlide" Target="/ppt/notesSlides/notesSlide5.xml" Id="Ref7209f4e0124b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9220149f14cb4" /><Relationship Type="http://schemas.openxmlformats.org/officeDocument/2006/relationships/notesSlide" Target="/ppt/notesSlides/notesSlide6.xml" Id="R120f8897eb3b42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a8e4c8b024701" /><Relationship Type="http://schemas.openxmlformats.org/officeDocument/2006/relationships/notesSlide" Target="/ppt/notesSlides/notesSlide7.xml" Id="R965ac7b8dd954f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3fb6834ca44d4" /><Relationship Type="http://schemas.openxmlformats.org/officeDocument/2006/relationships/notesSlide" Target="/ppt/notesSlides/notesSlide8.xml" Id="R5a6161232e7542c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Evolution vs periode precedente (%)</c:v>
          </c:tx>
          <c:spPr>
            <a:solidFill xmlns:a="http://schemas.openxmlformats.org/drawingml/2006/main">
              <a:srgbClr val="3D8DFF"/>
            </a:solidFill>
          </c:spPr>
          <c:invertIfNegative val="0"/>
          <c:dPt>
            <c:idx val="0"/>
            <c:spPr>
              <a:solidFill xmlns:a="http://schemas.openxmlformats.org/drawingml/2006/main">
                <a:srgbClr val="B8BCC4"/>
              </a:solidFill>
            </c:spPr>
          </c:dPt>
          <c:cat>
            <c:strLit>
              <c:ptCount val="4"/>
              <c:pt idx="0">
                <c:v>Impressions</c:v>
              </c:pt>
              <c:pt idx="1">
                <c:v>Acquisitions</c:v>
              </c:pt>
              <c:pt idx="2">
                <c:v>1res ouvertures</c:v>
              </c:pt>
              <c:pt idx="3">
                <c:v>Actifs mensuels</c:v>
              </c:pt>
            </c:strLit>
          </c:cat>
          <c:val>
            <c:numLit>
              <c:formatCode>0" %"</c:formatCode>
              <c:ptCount val="4"/>
              <c:pt idx="0">
                <c:v>-44</c:v>
              </c:pt>
              <c:pt idx="1">
                <c:v>250</c:v>
              </c:pt>
              <c:pt idx="2">
                <c:v>233</c:v>
              </c:pt>
              <c:pt idx="3">
                <c:v>44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Variation (%)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795F6A44-7EDF-469C-BF07-2B769C48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V3 : lancement réussi,
portée à accélérer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27B95EA4-4136-4C1A-99BB-1B6813D4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Rapport de lancement • 16 juillet 2026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8553EFDE-B5B3-4CF1-97BD-8EEA9751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NOCTALIA • GOOGLE PLAY</a:t>
            </a:r>
          </a:p>
        </p:txBody>
      </p:sp>
      <p:sp>
        <p:nvSpPr>
          <p:cNvPr id="4" name="deck-context">
            <a:extLst xmlns:a="http://schemas.openxmlformats.org/drawingml/2006/main">
              <a:ext uri="{FF2B5EF4-FFF2-40B4-BE49-F238E27FC236}">
                <a16:creationId xmlns:a16="http://schemas.microsoft.com/office/drawing/2014/main" id="{D0EFEDE7-671C-405E-ACCC-DFFB35D2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VERSION 3.0.0</a:t>
            </a:r>
          </a:p>
        </p:txBody>
      </p:sp>
    </p:spTree>
    <p:extLst>
      <p:ext uri="{BB962C8B-B14F-4D97-AF65-F5344CB8AC3E}">
        <p14:creationId xmlns:p14="http://schemas.microsoft.com/office/powerpoint/2010/main" val="14924036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9A74032B-0BEF-4E92-9A66-DA25CF6D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694F89CC-443E-4E35-9967-BCF7C1CF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E0471B6A-717A-4B25-AEF9-4824353C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8285AEC8-20C6-48E5-AE48-E05E5472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CAC2EA27-FF5B-42EC-9F00-60DB8147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 V3 est disponible à 100 %, mais ses données propres ne sont pas encore consolidées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037D67D-F47A-44E0-B09B-28C48956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Déploiement production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B0DF78B-5736-4C01-8D46-675E78AB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Cible Android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A222A4C8-CA67-4393-BADE-C214DF66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Appareils compatibles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EFE99AE6-0239-4335-BE5E-EC9E4762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100 %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0C4645D9-10D0-4F19-813F-F652251C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7 556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86E685C8-0CD3-449C-B9C8-B530282B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SDK 36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91C37CE7-B750-4536-8FFB-610C922D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ÉTAT DE LA RELEASE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Version 3.0.0 (code 38), publiée le 16 juillet à 15:48. Les indicateurs de crash, ANR et installations de la release ne sont pas encore disponibles.</a:t>
            </a:r>
          </a:p>
        </p:txBody>
      </p:sp>
      <p:sp>
        <p:nvSpPr>
          <p:cNvPr id="1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D027113F-2B15-4052-B99F-3F16A2B8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22935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Source : Google Play Console, détails de la release 3.0.0 — collecte du 16/07/2026.</a:t>
            </a:r>
          </a:p>
        </p:txBody>
      </p:sp>
    </p:spTree>
    <p:extLst>
      <p:ext uri="{BB962C8B-B14F-4D97-AF65-F5344CB8AC3E}">
        <p14:creationId xmlns:p14="http://schemas.microsoft.com/office/powerpoint/2010/main" val="10942897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F35B104B-8D5F-4793-9136-0816FE05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2B5022D4-5E9E-41EB-A7D6-8E243BA6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Visibilité en baisse, croissance en hausse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4AD3ADA9-A5E4-4E93-80D8-4842374C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29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378</a:t>
            </a:r>
          </a:p>
        </p:txBody>
      </p:sp>
      <p:sp>
        <p:nvSpPr>
          <p:cNvPr id="4" name="Content-Placeholder-15-5">
            <a:extLst xmlns:a="http://schemas.openxmlformats.org/drawingml/2006/main">
              <a:ext uri="{FF2B5EF4-FFF2-40B4-BE49-F238E27FC236}">
                <a16:creationId xmlns:a16="http://schemas.microsoft.com/office/drawing/2014/main" id="{E522FD61-BDBD-4F7A-8847-2E14E906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impressions appareil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CFD8018-BEBF-46B2-A1BA-B17E761C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403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  <p:sp>
        <p:nvSpPr>
          <p:cNvPr id="6" name="Content-Placeholder-15-7">
            <a:extLst xmlns:a="http://schemas.openxmlformats.org/drawingml/2006/main">
              <a:ext uri="{FF2B5EF4-FFF2-40B4-BE49-F238E27FC236}">
                <a16:creationId xmlns:a16="http://schemas.microsoft.com/office/drawing/2014/main" id="{CE81E069-F25F-4BBB-975E-3DA74DA9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8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acquisitions appareil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9E419DFB-287B-411B-AF9F-681C1FB8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41368"/>
            <a:ext cx="5526310" cy="5435060"/>
          </a:xfrm>
          <a:prstGeom xmlns:a="http://schemas.openxmlformats.org/drawingml/2006/main" prst="roundRect">
            <a:avLst>
              <a:gd name="adj" fmla="val 1402"/>
            </a:avLst>
          </a:prstGeom>
          <a:noFill xmlns:a="http://schemas.openxmlformats.org/drawingml/2006/main"/>
          <a:ln xmlns:a="http://schemas.openxmlformats.org/drawingml/2006/main" w="12668">
            <a:solidFill>
              <a:srgbClr val="000000"/>
            </a:solidFill>
            <a:prstDash val="solid"/>
          </a:ln>
        </p:spPr>
      </p:sp>
      <p:sp>
        <p:nvSpPr>
          <p:cNvPr id="8" name="Content-Placeholder-1-9">
            <a:extLst xmlns:a="http://schemas.openxmlformats.org/drawingml/2006/main">
              <a:ext uri="{FF2B5EF4-FFF2-40B4-BE49-F238E27FC236}">
                <a16:creationId xmlns:a16="http://schemas.microsoft.com/office/drawing/2014/main" id="{EF12803B-DDD8-4C04-A12F-5B153413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1709261"/>
            <a:ext cx="5331619" cy="16141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2873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 SIGNAL EST ENCOURAGEANT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Acquisition et activation progressent fortement, mais sur une base encore faible. La priorité n°1 reste d’augmenter le trafic qualifié vers la fiche.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34460" y="1322451"/>
          <a:ext xmlns:a="http://schemas.openxmlformats.org/drawingml/2006/main" cx="5029771" cy="478459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79e90081ef4e9f"/>
          </a:graphicData>
        </a:graphic>
      </p:graphicFrame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5104B91-DF65-4C12-AECF-B826BDD7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22935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Source : Google Play Console, vue Croissance — 28 derniers jours vs période précédente.</a:t>
            </a:r>
          </a:p>
        </p:txBody>
      </p:sp>
    </p:spTree>
    <p:extLst>
      <p:ext uri="{BB962C8B-B14F-4D97-AF65-F5344CB8AC3E}">
        <p14:creationId xmlns:p14="http://schemas.microsoft.com/office/powerpoint/2010/main" val="15668348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02D0F9C-36C0-4D81-9977-973B29EE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9E3224B-A225-4B45-B2D3-83731329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 fiche convertit correctement ; le principal frein est le manque de trafic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D20C477D-703C-45E5-9D03-8F374F1D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8474A1F2-25D5-44C0-A143-54CC76B1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Portée à reconstruire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80F87F15-4007-4DBE-9051-D66A65CF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378 impressions sur 28 jours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-44 % vs période précédente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 acquisitions via exploration sur 90 jours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AE6226B5-1469-47C0-A160-F0B5ADB9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56EA286C-C799-4311-A3A6-FA76CB6D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Conversion à consolider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77E1977-9E7E-4C75-ACE6-3E8B2F8E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21,4 % sur la fiche par défaut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23,47 % dans la vue Croissance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14 acquisitions, 10 premières ouvertures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3A75BC11-FACA-466F-98F2-74BA730C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DIAGNOSTIC ACQUISITION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 fiche par défaut convertit 21,4 % de ses visiteurs ; la vue Croissance indique 23,47 % sur sa propre fenêtre. Avec 378 impressions (-44 %), l’enjeu est d’abord la portée, puis l’optimisation incrémentale.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513836B-0EE2-4052-8115-147236C2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22935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Source : Google Play Console, Fiches Play Store et vue Croissance — collecte du 16/07/2026.</a:t>
            </a:r>
          </a:p>
        </p:txBody>
      </p:sp>
    </p:spTree>
    <p:extLst>
      <p:ext uri="{BB962C8B-B14F-4D97-AF65-F5344CB8AC3E}">
        <p14:creationId xmlns:p14="http://schemas.microsoft.com/office/powerpoint/2010/main" val="107887071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26A43DA0-C0B1-4413-BA83-E5AE65D2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89E8A52E-18EE-46ED-9625-F16226CC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 fiche n’a pas encore été mise au niveau de la V3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0CB440AC-A709-4314-B19E-F4180C18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Notes de version absentes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Ajouter un résumé V3 centré sur les bénéfices visibles par l’utilisateur.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871BF35E-4947-4A0A-B369-7E093161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Fiche datée du 30 janvier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Actualiser le texte et les premiers visuels avec les fonctions V3.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2C0B7F64-E747-4FE4-8B88-253D0E3B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Aucun test en cours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Tester l’ordre et la promesse des captures dès que le volume le permet.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44488FA-3360-47F0-A5D9-CD12D3A9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Créatifs incomplets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7/8 captures téléphone, aucune vidéo et aucun visuel tablette ou Chromebook.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B4F03B3-E9E3-4F76-922C-DD9AA92C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22935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Source : Google Play Console, fiche en-US et tests de fiche — collecte du 16/07/2026.</a:t>
            </a:r>
          </a:p>
        </p:txBody>
      </p:sp>
    </p:spTree>
    <p:extLst>
      <p:ext uri="{BB962C8B-B14F-4D97-AF65-F5344CB8AC3E}">
        <p14:creationId xmlns:p14="http://schemas.microsoft.com/office/powerpoint/2010/main" val="3533568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B375CE3A-967D-43B9-9D95-DECDF0B4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E9D6A63-AEAA-4A9F-944B-49A40A65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Trois sources officielles suffisent pour automatiser le suivi V3</a:t>
            </a:r>
          </a:p>
        </p:txBody>
      </p:sp>
      <p:cxnSp>
        <p:nvCxnSpPr>
          <p:cNvPr id="19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DC8184D0-2782-4DC8-ABA0-AAACE10B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8BE5F8EC-B40A-4B89-B667-7EF940EA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EC8A428B-6001-4C04-A007-1C038EBC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25BF932D-8F99-49AC-8E9D-3931416C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F0AEDD4F-85B3-4E8A-838D-97ECFEB6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Publishing API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Release, piste, versionCode, statut de déploiement et notes de version.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C73280D6-7D90-44F5-A0AA-089B2365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CC7421F3-5E7F-4663-8605-3D345C8D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Reporting API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Crashs, ANR, anomalies et problèmes de qualité ventilés par version.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42F5C435-7E6F-43C1-BEC6-45A22749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D55300C2-3A04-49AC-8DC3-561CA83F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Exports Cloud Storage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Installations, trafic, conversion, acquisition et notes dans des CSV mensuels.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0FEB58AA-1839-4DD0-BDC6-334480D8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Qualité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20DFF77E-1B07-41FE-B707-D72BFC4B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Release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24864C18-1A40-451C-AD53-4ECE2122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Croissance</a:t>
            </a:r>
          </a:p>
        </p:txBody>
      </p:sp>
      <p:sp>
        <p:nvSpPr>
          <p:cNvPr id="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A5374EFD-20A3-4C57-BF1A-098A68BF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22935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Sources : developers.google.com/android-publisher • developers.google.com/play/developer/reporting • support.google.com/.../6135870</a:t>
            </a:r>
          </a:p>
        </p:txBody>
      </p:sp>
    </p:spTree>
    <p:extLst>
      <p:ext uri="{BB962C8B-B14F-4D97-AF65-F5344CB8AC3E}">
        <p14:creationId xmlns:p14="http://schemas.microsoft.com/office/powerpoint/2010/main" val="150885045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C9D9353-9EB2-4833-9378-D5ED14A7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B596831-64A7-4A44-B220-8732C924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 suivi sur 30 jours transforme le lancement en boucle d’amélioration</a:t>
            </a:r>
          </a:p>
        </p:txBody>
      </p:sp>
      <p:cxnSp>
        <p:nvCxnSpPr>
          <p:cNvPr id="16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59D96A21-64C0-4FC8-BDEB-0E37C74A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8C49AFA0-7CFA-4913-8B88-5572EF29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E63374CB-7B7B-413B-B03D-67533284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EB5128B5-1463-4535-AD7D-1E3B5F71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J0–J2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9D4DCF3-9D5E-4A29-A87C-401F9FF0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J3–J7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FFF22FC0-9DE5-4984-AF47-3E945E49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J8–J30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A9A2F93D-65F9-4D13-979A-038F5CE6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Décider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Contrôler crashs, ANR et installations V3, puis ajuster fiche et notes.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FBF94DE6-68A6-4A69-9AFA-7270B14F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Instrumenter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Configurer l’accès lecture seule, importer juillet et figer les KPI V3.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6D4BC3C9-7B87-4D1E-9BD3-53F02A08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Accélérer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Tester les captures, suivre le trafic par source et publier un bilan hebdomadaire.</a:t>
            </a:r>
          </a:p>
        </p:txBody>
      </p:sp>
      <p:sp>
        <p:nvSpPr>
          <p:cNvPr id="1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DF1A22C2-77F5-40AE-B861-F1A84F39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22935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Recommandation issue du diagnostic Google Play du 16/07/2026.</a:t>
            </a:r>
          </a:p>
        </p:txBody>
      </p:sp>
    </p:spTree>
    <p:extLst>
      <p:ext uri="{BB962C8B-B14F-4D97-AF65-F5344CB8AC3E}">
        <p14:creationId xmlns:p14="http://schemas.microsoft.com/office/powerpoint/2010/main" val="191327090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A0FC16F0-4691-48C5-8A03-E6292CFC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Augmenter la portée,
mesurer la V3,
puis optimiser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CA07974D-4E4A-43F6-AD70-B1916844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1. Actualiser fiche et notes</a:t>
            </a:r>
          </a:p>
          <a:p xmlns:a="http://schemas.openxmlformats.org/drawingml/2006/main">
            <a:pPr algn="l">
              <a:def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2. Suivre les KPI par version</a:t>
            </a:r>
          </a:p>
          <a:p xmlns:a="http://schemas.openxmlformats.org/drawingml/2006/main">
            <a:pPr algn="l">
              <a:def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3. Tester les créatifs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05C0BE17-08EA-48C5-B357-2E00F352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DÉCISION</a:t>
            </a:r>
          </a:p>
        </p:txBody>
      </p:sp>
      <p:sp>
        <p:nvSpPr>
          <p:cNvPr id="4" name="deck-context">
            <a:extLst xmlns:a="http://schemas.openxmlformats.org/drawingml/2006/main">
              <a:ext uri="{FF2B5EF4-FFF2-40B4-BE49-F238E27FC236}">
                <a16:creationId xmlns:a16="http://schemas.microsoft.com/office/drawing/2014/main" id="{01FDBE48-027D-4070-9964-6041E4A9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PLAN 30 JOURS</a:t>
            </a:r>
          </a:p>
        </p:txBody>
      </p:sp>
    </p:spTree>
    <p:extLst>
      <p:ext uri="{BB962C8B-B14F-4D97-AF65-F5344CB8AC3E}">
        <p14:creationId xmlns:p14="http://schemas.microsoft.com/office/powerpoint/2010/main" val="4490537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2026-07-16T15:10:27.9170000Z</dcterms:created>
  <dcterms:modified xsi:type="dcterms:W3CDTF">2026-07-16T15:10:27.9170000Z</dcterms:modified>
</coreProperties>
</file>